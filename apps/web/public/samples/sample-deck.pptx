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  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143000"/>
            <a:ext cx="8229600" cy="1143000"/>
          </a:xfrm>
        </p:spPr>
        <p:txBody>
          <a:bodyPr/>
          <a:lstStyle/>
          <a:p>
            <a:r>
              <a:rPr lang="zh-CN" sz="3200" b="1"/>
              <a:t>StepDone AI 竞品分析样例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57200" y="2743200"/>
            <a:ext cx="8229600" cy="2286000"/>
          </a:xfrm>
        </p:spPr>
        <p:txBody>
          <a:bodyPr/>
          <a:lstStyle/>
          <a:p>
            <a:r>
              <a:rPr lang="zh-CN" sz="1800"/>
              <a:t>这是演示用假 PPT 导出文件。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epDone">
  <a:themeElements>
    <a:clrScheme name="Office">
      <a:dk1>
        <a:sysClr val="windowText" lastClr="000000"/>
      </a:dk1>
      <a:lt1>
        <a:sysClr val="window" lastClr="FFFFFF"/>
      </a:lt1>
      <a:dk2>
        <a:srgbClr val="1F2937"/>
      </a:dk2>
      <a:lt2>
        <a:srgbClr val="E5E7EB"/>
      </a:lt2>
      <a:accent1>
        <a:srgbClr val="2563EB"/>
      </a:accent1>
      <a:accent2>
        <a:srgbClr val="F59E0B"/>
      </a:accent2>
      <a:accent3>
        <a:srgbClr val="10B981"/>
      </a:accent3>
      <a:accent4>
        <a:srgbClr val="EF4444"/>
      </a:accent4>
      <a:accent5>
        <a:srgbClr val="8B5CF6"/>
      </a:accent5>
      <a:accent6>
        <a:srgbClr val="06B6D4"/>
      </a:accent6>
      <a:hlink>
        <a:srgbClr val="2563EB"/>
      </a:hlink>
      <a:folHlink>
        <a:srgbClr val="7C3AED"/>
      </a:folHlink>
    </a:clrScheme>
    <a:fontScheme name="Office">
      <a:majorFont>
        <a:latin typeface="Calibri"/>
        <a:ea typeface=""/>
      </a:majorFont>
      <a:minorFont>
        <a:latin typeface="Calibri"/>
        <a:ea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